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>
        <p:scale>
          <a:sx n="152" d="100"/>
          <a:sy n="152" d="100"/>
        </p:scale>
        <p:origin x="-120" y="-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9730-A312-2CE8-5C88-18F26887B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8C590-2F49-616C-A044-C3DEDC0E2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5F0E-E1DB-EEB2-C9B3-F496DB00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F2C10-43C2-DBF7-A2DF-3509F06A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86065-8EA2-5CD9-2F57-4C610C19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82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9126-3020-BF23-FF46-9718349E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7D48-8E48-6B18-F5BF-30C243E5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DE988-74C6-C828-6D2C-EF14C0DC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BCD0C-E1A9-9619-A5BD-2D70CC3E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74B98-504E-0256-8A92-E8AE7947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2245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EA54-3A4F-C687-1430-0C97F272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12438-9AA8-A126-D146-706B20DA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D6F7C-2049-F621-4E72-76BE7369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BE3F-713C-DC70-9979-B65810A8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9F39B-96F5-A72D-968E-3DB634D6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827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56CD-C967-2A1D-73FD-F2416CC4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E42B-1219-30D6-7D72-62CCE836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1B6A4-DA24-DD07-CB87-2C33A2699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B1CBA-27B5-8757-8B59-B4FDE4DC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ED364-0961-4E4B-0D13-ECDF6AC2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3DFF5-3AD1-5EA8-E3F7-426E0CCE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45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379E-4579-F918-6212-92ADE926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BC60D-266C-B33F-BBAC-056B39A87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077DC-0672-2B49-DC4B-630200ABB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2D8FA-A8BB-B9D1-D93B-AED4DC1E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F8119-0B75-BB28-D161-649E4ADEA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E7E80-183F-1C34-4375-E2AFF4D7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404F6E-206D-8EAC-D464-7E17168D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7835A-915C-20D7-157F-B2ABEB25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8190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5058-CE2B-8DE8-C7EB-E3E441B3A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E929C-3216-2034-F0D5-4A991349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956F7-F1DD-6FBE-8C4A-4F68B693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4184-E11D-FC61-F092-0DB5514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5286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3BC922-A075-E24B-E45F-FA715FCD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72FDD-DC3C-EBA9-E5C5-3846C229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066AC-D2FC-7BB7-A363-F546CBD9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3425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75E-D491-BE15-861A-2AE9625A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8D81D-264E-D399-6140-057C93B72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D01DE-7683-E3D3-4F19-97F1AA5B1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C3175-AC1E-A0D8-1308-CB57AF41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456D4-FCFF-0C64-51B8-1D440EF7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D9621-B91B-9BEB-51F1-ED916F85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22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FF3F-C302-2721-036F-9C875E64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A6A08-7255-B927-6ABA-CD8B09E02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3A23-BCC6-01C0-4612-5797A3938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CFA5F-9F09-232C-9037-97BC316B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AB904-C91A-1590-1825-02FA2A40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4E56C-9C5B-17A7-46FC-1B550EED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9707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B451-615D-8149-EDE9-611B62BD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7FFF7-1BBD-ACCD-0E6D-11D1123E5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2B88-CCDD-BAED-E8E7-12580725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D804E-26F5-F881-4BD4-C4B79C41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B1A62-A671-4215-EB47-E979AD0D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4599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56622-518E-30AF-B4AC-19F1BF6F9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02ED8-854D-9C95-6D5B-C7F98319E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9B529-E679-071B-86A9-A5CB38E7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838F4-70ED-A23C-F1B6-B271D13B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FE73-B00A-4D52-ED69-B5D955E53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4175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34C6E-83E0-1FAA-F4FF-2EE5580EA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54236-C4BF-3A1A-235F-5D22E7965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ACA67-D0F1-9800-CFC7-FFB15F0D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C143D-3734-D44A-B2FA-4532583FFEBD}" type="datetimeFigureOut">
              <a:rPr lang="en-IT" smtClean="0"/>
              <a:t>28/12/25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C060F-0AFC-DBB2-7FD3-5611F7BEB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6990D-C6FE-CB5C-F578-F7B9137DD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FE842-1651-1242-98ED-9678A9F1139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6280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81766D79-FDFC-DC93-E0B5-8DC84978A1B7}"/>
              </a:ext>
            </a:extLst>
          </p:cNvPr>
          <p:cNvGrpSpPr/>
          <p:nvPr/>
        </p:nvGrpSpPr>
        <p:grpSpPr>
          <a:xfrm>
            <a:off x="3631183" y="2412000"/>
            <a:ext cx="1701800" cy="1821599"/>
            <a:chOff x="3631183" y="2412000"/>
            <a:chExt cx="1701800" cy="1821599"/>
          </a:xfrm>
        </p:grpSpPr>
        <p:pic>
          <p:nvPicPr>
            <p:cNvPr id="7" name="Graphic 6" descr="Network with solid fill">
              <a:extLst>
                <a:ext uri="{FF2B5EF4-FFF2-40B4-BE49-F238E27FC236}">
                  <a16:creationId xmlns:a16="http://schemas.microsoft.com/office/drawing/2014/main" id="{92240F5D-05A9-8F3D-220B-A4E28828A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669496">
              <a:off x="3631183" y="2412000"/>
              <a:ext cx="1701800" cy="1821599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11C6DA3-6C28-A5C0-F9FD-082A7CAE1ADE}"/>
                </a:ext>
              </a:extLst>
            </p:cNvPr>
            <p:cNvGrpSpPr/>
            <p:nvPr/>
          </p:nvGrpSpPr>
          <p:grpSpPr>
            <a:xfrm>
              <a:off x="3822771" y="2675076"/>
              <a:ext cx="1407543" cy="1429228"/>
              <a:chOff x="3822771" y="2675076"/>
              <a:chExt cx="1407543" cy="1429228"/>
            </a:xfrm>
          </p:grpSpPr>
          <p:pic>
            <p:nvPicPr>
              <p:cNvPr id="9" name="Graphic 8" descr="User with solid fill">
                <a:extLst>
                  <a:ext uri="{FF2B5EF4-FFF2-40B4-BE49-F238E27FC236}">
                    <a16:creationId xmlns:a16="http://schemas.microsoft.com/office/drawing/2014/main" id="{331C7D4E-D63A-047B-22A3-BD7901016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344940" y="3188325"/>
                <a:ext cx="345247" cy="345486"/>
              </a:xfrm>
              <a:prstGeom prst="rect">
                <a:avLst/>
              </a:prstGeom>
            </p:spPr>
          </p:pic>
          <p:pic>
            <p:nvPicPr>
              <p:cNvPr id="15" name="Graphic 14" descr="Processor with solid fill">
                <a:extLst>
                  <a:ext uri="{FF2B5EF4-FFF2-40B4-BE49-F238E27FC236}">
                    <a16:creationId xmlns:a16="http://schemas.microsoft.com/office/drawing/2014/main" id="{9A6A7ACF-326C-A0A5-CFA1-5D00A2143E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10643" y="2781606"/>
                <a:ext cx="268894" cy="269080"/>
              </a:xfrm>
              <a:prstGeom prst="rect">
                <a:avLst/>
              </a:prstGeom>
            </p:spPr>
          </p:pic>
          <p:pic>
            <p:nvPicPr>
              <p:cNvPr id="18" name="Graphic 17" descr="Processor with solid fill">
                <a:extLst>
                  <a:ext uri="{FF2B5EF4-FFF2-40B4-BE49-F238E27FC236}">
                    <a16:creationId xmlns:a16="http://schemas.microsoft.com/office/drawing/2014/main" id="{3D16B16B-312B-6506-E0D8-B76BD750F6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606715" y="3569858"/>
                <a:ext cx="424197" cy="424491"/>
              </a:xfrm>
              <a:prstGeom prst="rect">
                <a:avLst/>
              </a:prstGeom>
            </p:spPr>
          </p:pic>
          <p:pic>
            <p:nvPicPr>
              <p:cNvPr id="29" name="Graphic 28" descr="Processor with solid fill">
                <a:extLst>
                  <a:ext uri="{FF2B5EF4-FFF2-40B4-BE49-F238E27FC236}">
                    <a16:creationId xmlns:a16="http://schemas.microsoft.com/office/drawing/2014/main" id="{3AD53821-146C-2FB3-8D67-2022C4CF6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961420" y="3408979"/>
                <a:ext cx="268894" cy="269080"/>
              </a:xfrm>
              <a:prstGeom prst="rect">
                <a:avLst/>
              </a:prstGeom>
            </p:spPr>
          </p:pic>
          <p:pic>
            <p:nvPicPr>
              <p:cNvPr id="30" name="Graphic 29" descr="Processor with solid fill">
                <a:extLst>
                  <a:ext uri="{FF2B5EF4-FFF2-40B4-BE49-F238E27FC236}">
                    <a16:creationId xmlns:a16="http://schemas.microsoft.com/office/drawing/2014/main" id="{9F7F8A02-CB54-C603-A978-B832E5E8C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278687" y="3835224"/>
                <a:ext cx="268894" cy="269080"/>
              </a:xfrm>
              <a:prstGeom prst="rect">
                <a:avLst/>
              </a:prstGeom>
            </p:spPr>
          </p:pic>
          <p:pic>
            <p:nvPicPr>
              <p:cNvPr id="31" name="Graphic 30" descr="Processor with solid fill">
                <a:extLst>
                  <a:ext uri="{FF2B5EF4-FFF2-40B4-BE49-F238E27FC236}">
                    <a16:creationId xmlns:a16="http://schemas.microsoft.com/office/drawing/2014/main" id="{06EFE777-E1AF-F079-0868-2F746A96DB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822771" y="3342018"/>
                <a:ext cx="268894" cy="269080"/>
              </a:xfrm>
              <a:prstGeom prst="rect">
                <a:avLst/>
              </a:prstGeom>
            </p:spPr>
          </p:pic>
          <p:pic>
            <p:nvPicPr>
              <p:cNvPr id="32" name="Graphic 31" descr="Processor with solid fill">
                <a:extLst>
                  <a:ext uri="{FF2B5EF4-FFF2-40B4-BE49-F238E27FC236}">
                    <a16:creationId xmlns:a16="http://schemas.microsoft.com/office/drawing/2014/main" id="{2C9D045F-5467-6A30-456B-BE8B3F26F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69607" y="2744192"/>
                <a:ext cx="268894" cy="269080"/>
              </a:xfrm>
              <a:prstGeom prst="rect">
                <a:avLst/>
              </a:prstGeom>
            </p:spPr>
          </p:pic>
          <p:pic>
            <p:nvPicPr>
              <p:cNvPr id="34" name="Graphic 33" descr="Robot Hand with solid fill">
                <a:extLst>
                  <a:ext uri="{FF2B5EF4-FFF2-40B4-BE49-F238E27FC236}">
                    <a16:creationId xmlns:a16="http://schemas.microsoft.com/office/drawing/2014/main" id="{00FAB829-B626-2E75-E342-87A7F6D8F3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940475" y="3494302"/>
                <a:ext cx="456600" cy="456916"/>
              </a:xfrm>
              <a:prstGeom prst="rect">
                <a:avLst/>
              </a:prstGeom>
            </p:spPr>
          </p:pic>
          <p:pic>
            <p:nvPicPr>
              <p:cNvPr id="36" name="Graphic 35" descr="Wireless router with solid fill">
                <a:extLst>
                  <a:ext uri="{FF2B5EF4-FFF2-40B4-BE49-F238E27FC236}">
                    <a16:creationId xmlns:a16="http://schemas.microsoft.com/office/drawing/2014/main" id="{8248265E-A7A5-E142-BDD3-CF5B51E6D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319395" y="2675076"/>
                <a:ext cx="423580" cy="423873"/>
              </a:xfrm>
              <a:prstGeom prst="rect">
                <a:avLst/>
              </a:prstGeom>
            </p:spPr>
          </p:pic>
          <p:pic>
            <p:nvPicPr>
              <p:cNvPr id="38" name="Graphic 37" descr="3D glasses with solid fill">
                <a:extLst>
                  <a:ext uri="{FF2B5EF4-FFF2-40B4-BE49-F238E27FC236}">
                    <a16:creationId xmlns:a16="http://schemas.microsoft.com/office/drawing/2014/main" id="{084F9168-56BB-8D94-F88B-9BFF75D76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895815" y="2937194"/>
                <a:ext cx="423580" cy="423873"/>
              </a:xfrm>
              <a:prstGeom prst="rect">
                <a:avLst/>
              </a:prstGeom>
            </p:spPr>
          </p:pic>
          <p:pic>
            <p:nvPicPr>
              <p:cNvPr id="42" name="Graphic 41" descr="Smart Phone with solid fill">
                <a:extLst>
                  <a:ext uri="{FF2B5EF4-FFF2-40B4-BE49-F238E27FC236}">
                    <a16:creationId xmlns:a16="http://schemas.microsoft.com/office/drawing/2014/main" id="{EB17AFC5-8EC8-CCC6-2764-86BD40F8E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9826742">
                <a:off x="4833748" y="3083942"/>
                <a:ext cx="291580" cy="29178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1880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Kasim Sinan Yildirim</dc:creator>
  <cp:lastModifiedBy>Kasim Sinan Yildirim</cp:lastModifiedBy>
  <cp:revision>4</cp:revision>
  <dcterms:created xsi:type="dcterms:W3CDTF">2025-12-27T21:28:50Z</dcterms:created>
  <dcterms:modified xsi:type="dcterms:W3CDTF">2025-12-27T21:54:32Z</dcterms:modified>
</cp:coreProperties>
</file>